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b525d0b053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b525d0b05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b525d0b05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b525d0b05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b525d0b053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b525d0b053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b525d0b053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b525d0b053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b525d0b053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b525d0b053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b525d0b053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b525d0b053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b525d0b053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b525d0b053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b525d0b053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b525d0b053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b525d0b053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b525d0b053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b525d0b053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b525d0b053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b525d0b053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b525d0b053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descr="can u create me ppt for my project topic is HealthAI Suite — Intelligent&#10;Analytics for Patient Care . i will step by step point i complete my topic so u can creat slide " id="56" name="Google Shape;56;p13"/>
          <p:cNvPicPr preferRelativeResize="0"/>
          <p:nvPr/>
        </p:nvPicPr>
        <p:blipFill>
          <a:blip r:embed="rId3">
            <a:alphaModFix/>
          </a:blip>
          <a:stretch>
            <a:fillRect/>
          </a:stretch>
        </p:blipFill>
        <p:spPr>
          <a:xfrm>
            <a:off x="0" y="0"/>
            <a:ext cx="9144000" cy="50899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descr="“This project demonstrates how multiple AI paradigms—ML, Deep Learning, and Generative AI—can work together in healthcare. We designed the system under realistic data constraints using synthetic and public datasets, focusing on methodology, evaluation, and clinical interpretability, which mirrors real industry workflows.”" id="63" name="Google Shape;63;p14"/>
          <p:cNvPicPr preferRelativeResize="0"/>
          <p:nvPr/>
        </p:nvPicPr>
        <p:blipFill>
          <a:blip r:embed="rId3">
            <a:alphaModFix/>
          </a:blip>
          <a:stretch>
            <a:fillRect/>
          </a:stretch>
        </p:blipFill>
        <p:spPr>
          <a:xfrm>
            <a:off x="0" y="-7"/>
            <a:ext cx="9144000" cy="508992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69" name="Google Shape;69;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descr="“We intentionally used synthetic and public data to respect privacy, while designing pipelines that scale to real hospital data.”" id="70" name="Google Shape;70;p15"/>
          <p:cNvPicPr preferRelativeResize="0"/>
          <p:nvPr/>
        </p:nvPicPr>
        <p:blipFill>
          <a:blip r:embed="rId3">
            <a:alphaModFix/>
          </a:blip>
          <a:stretch>
            <a:fillRect/>
          </a:stretch>
        </p:blipFill>
        <p:spPr>
          <a:xfrm>
            <a:off x="0" y="0"/>
            <a:ext cx="9144000" cy="508993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76" name="Google Shape;76;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descr="Step 1: Initial Data Loading and Exploration (healthai_synthetic_patient_data.csv)&#10;&#10;We started by loading the main synthetic patient data into a DataFrame. We then performed initial data inspections like checking its shape, information (df.info()), and descriptive statistics (df.describe()).&#10;Univariate Analysis: We visualized the distribution of individual features such as 'bmi' and 'cholesterol' using histograms.&#10;Bivariate Analysis: We explored relationships between pairs of variables, for example, using scatter plots for 'bmi' vs. 'blood_glucose' and box plots for 'risk_category' vs. 'cholesterol'.&#10;Multivariate Analysis: A heatmap was generated to visualize the correlations between various numerical features in the dataset." id="77" name="Google Shape;77;p16"/>
          <p:cNvPicPr preferRelativeResize="0"/>
          <p:nvPr/>
        </p:nvPicPr>
        <p:blipFill>
          <a:blip r:embed="rId3">
            <a:alphaModFix/>
          </a:blip>
          <a:stretch>
            <a:fillRect/>
          </a:stretch>
        </p:blipFill>
        <p:spPr>
          <a:xfrm>
            <a:off x="0" y="-7"/>
            <a:ext cx="9144000" cy="508992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83" name="Google Shape;83;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descr="Step 2: Feature Engineering &amp; Data Preprocessing&#10;&#10;Feature Engineering: We created new meaningful features:&#10;BP_level: Categorized from 'systolic_bp' into 'Low', 'Normal', 'High'.&#10;medication_history: A binary indicator (1 or 0) derived if a patient had 'diabetes', 'hypertension', or was a 'smoker'.&#10;Missing Values: Handled using SimpleImputer to fill missing entries in numerical columns with the median value.&#10;Outlier Treatment: Outliers in numerical columns were removed using the Interquartile Range (IQR) method.&#10;Encoding: Categorical features like 'BP_level', 'risk_category', and 'gender' were converted into numerical representations using LabelEncoder.&#10;Feature Scaling: Numerical features were standardized using StandardScaler to ensure they contribute equally to model training.&#10;Feature Selection: SelectKBest with f_classif was used to identify and select the top 5 most relevant features for the classification task." id="84" name="Google Shape;84;p17"/>
          <p:cNvPicPr preferRelativeResize="0"/>
          <p:nvPr/>
        </p:nvPicPr>
        <p:blipFill>
          <a:blip r:embed="rId3">
            <a:alphaModFix/>
          </a:blip>
          <a:stretch>
            <a:fillRect/>
          </a:stretch>
        </p:blipFill>
        <p:spPr>
          <a:xfrm>
            <a:off x="0" y="-7"/>
            <a:ext cx="9144000" cy="508992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90" name="Google Shape;90;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descr="Step 3: Machine Learning Models&#10;&#10;Classification (Risk Category Prediction):&#10;We split the preprocessed data into training and testing sets.&#10;A RandomForestClassifier was trained to predict the risk_category.&#10;The model's performance was evaluated using classification_report and confusion_matrix.&#10;We demonstrated how to predict the risk category for a new patient.&#10;Regression (Length of Stay Prediction):&#10;The data was prepared to predict the length_of_stay_days.&#10;A Ridge regression model was trained within a Pipeline, including a StandardScaler for robust preprocessing.&#10;Performance was assessed using Mean Absolute Error (MAE), Root Mean Squared Error (RMSE), and R-squared (R2 Score).&#10;Clustering (Patient Segmentation):&#10;Patient data was prepared to identify inherent groups.&#10;The KMeans algorithm was applied to segment patients into 3 clusters.&#10;The quality of the clustering was evaluated using the Silhouette Score.&#10;A crosstabulation was created to explore the relationship between the identified clusters and the predefined risk_category." id="91" name="Google Shape;91;p18"/>
          <p:cNvPicPr preferRelativeResize="0"/>
          <p:nvPr/>
        </p:nvPicPr>
        <p:blipFill>
          <a:blip r:embed="rId3">
            <a:alphaModFix/>
          </a:blip>
          <a:stretch>
            <a:fillRect/>
          </a:stretch>
        </p:blipFill>
        <p:spPr>
          <a:xfrm>
            <a:off x="0" y="-7"/>
            <a:ext cx="9144000" cy="508992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97" name="Google Shape;97;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descr="Step 4: Association Rules&#10;&#10;We loaded a separate dataset (healthai_apriori_1000.csv) containing binary indicators for various medical conditions.&#10;The apriori algorithm was used to discover frequent co-occurring medical conditions (frequent itemsets).&#10;Association rules were then generated from these frequent itemsets, ordered by their 'lift' to find interesting relationships between conditions (e.g., &quot;If a patient has condition A, they are likely to have condition B&quot;)" id="98" name="Google Shape;98;p19"/>
          <p:cNvPicPr preferRelativeResize="0"/>
          <p:nvPr/>
        </p:nvPicPr>
        <p:blipFill>
          <a:blip r:embed="rId3">
            <a:alphaModFix/>
          </a:blip>
          <a:stretch>
            <a:fillRect/>
          </a:stretch>
        </p:blipFill>
        <p:spPr>
          <a:xfrm>
            <a:off x="0" y="-7"/>
            <a:ext cx="9144000" cy="508992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04" name="Google Shape;104;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descr="Step 5: Deep Learning - Sequence Modeling (LSTM)&#10;&#10;We loaded time-series patient vital data (healthai_timeseries_1000.csv).&#10;Features were scaled using MinMaxScaler, and create_sequences helper function was used to transform the data into sequences suitable for LSTM.&#10;An LSTM (Long Short-Term Memory) neural network was built and trained to predict a risk_flag (indicating patient deterioration).&#10;The model's accuracy was evaluated, and example predictions were shown.&#10;" id="105" name="Google Shape;105;p20"/>
          <p:cNvPicPr preferRelativeResize="0"/>
          <p:nvPr/>
        </p:nvPicPr>
        <p:blipFill>
          <a:blip r:embed="rId3">
            <a:alphaModFix/>
          </a:blip>
          <a:stretch>
            <a:fillRect/>
          </a:stretch>
        </p:blipFill>
        <p:spPr>
          <a:xfrm>
            <a:off x="0" y="-7"/>
            <a:ext cx="9144000" cy="508992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11" name="Google Shape;111;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descr="Step 6: Deep Learning - Sentiment Analysis (BERT)&#10;&#10;Patient feedback data (healthai_patient_feedback_1000.csv) was loaded.&#10;Feedback texts were tokenized using a pre-trained BertTokenizer.&#10;A BertForSequenceClassification model was fine-tuned on the tokenized data to classify sentiment (positive, neutral, negative).&#10;We demonstrated how to predict the sentiment of a new piece of patient feedback." id="112" name="Google Shape;112;p21"/>
          <p:cNvPicPr preferRelativeResize="0"/>
          <p:nvPr/>
        </p:nvPicPr>
        <p:blipFill>
          <a:blip r:embed="rId3">
            <a:alphaModFix/>
          </a:blip>
          <a:stretch>
            <a:fillRect/>
          </a:stretch>
        </p:blipFill>
        <p:spPr>
          <a:xfrm>
            <a:off x="0" y="-7"/>
            <a:ext cx="9144000" cy="508992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18" name="Google Shape;118;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descr="Step 7: Generative AI (BioBERT Embeddings &amp; BioGPT Text Generation)&#10;&#10;Clinical notes data (healthai_clinical_notes_1000.csv) was loaded and cleaned.&#10;BioBERT embeddings were generated for each clinical note, converting text into dense numerical vectors that capture semantic meaning.&#10;KMeans clustering was applied to these embeddings to group similar clinical notes, helping to identify common themes or patient profiles from unstructured text.&#10;A BioGPT model was used to generate clinical impressions based on provided patient symptoms, showcasing its ability to produce medically relevant text." id="119" name="Google Shape;119;p22"/>
          <p:cNvPicPr preferRelativeResize="0"/>
          <p:nvPr/>
        </p:nvPicPr>
        <p:blipFill>
          <a:blip r:embed="rId3">
            <a:alphaModFix/>
          </a:blip>
          <a:stretch>
            <a:fillRect/>
          </a:stretch>
        </p:blipFill>
        <p:spPr>
          <a:xfrm>
            <a:off x="0" y="-7"/>
            <a:ext cx="9144000" cy="508992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25" name="Google Shape;125;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descr="Step 8: Healthcare Chatbot and Translator&#10;&#10;A synthetic dataset (healthcare_chatbot_translation_dataset.csv) was created to simulate doctor-patient interactions.&#10;A healthcare_chatbot function was implemented using the BioGPT model to provide medical guidance and symptom triage.&#10;A translate_medical_text function was created using MarianMT (multilingual model) to facilitate communication across different languages.&#10;These two functionalities were combined into a chatbot_with_translation pipeline to demonstrate an interactive healthcare chatbot with real-time translation capabilities." id="126" name="Google Shape;126;p23"/>
          <p:cNvPicPr preferRelativeResize="0"/>
          <p:nvPr/>
        </p:nvPicPr>
        <p:blipFill>
          <a:blip r:embed="rId3">
            <a:alphaModFix/>
          </a:blip>
          <a:stretch>
            <a:fillRect/>
          </a:stretch>
        </p:blipFill>
        <p:spPr>
          <a:xfrm>
            <a:off x="0" y="-7"/>
            <a:ext cx="9144000" cy="508992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32" name="Google Shape;132;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descr="thanks you and done by karan k " id="133" name="Google Shape;133;p24"/>
          <p:cNvPicPr preferRelativeResize="0"/>
          <p:nvPr/>
        </p:nvPicPr>
        <p:blipFill>
          <a:blip r:embed="rId3">
            <a:alphaModFix/>
          </a:blip>
          <a:stretch>
            <a:fillRect/>
          </a:stretch>
        </p:blipFill>
        <p:spPr>
          <a:xfrm>
            <a:off x="0" y="-7"/>
            <a:ext cx="9144000" cy="508992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